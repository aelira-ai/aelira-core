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7F"/>
                </a:solidFill>
              </a:defRPr>
            </a:pPr>
            <a:r>
              <a:t>Cybersecurity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Module 3: Network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Attack Vectors</a:t>
            </a:r>
          </a:p>
        </p:txBody>
      </p:sp>
      <p:pic>
        <p:nvPicPr>
          <p:cNvPr id="3" name="Picture 2" descr="Bar chart showing phishing (45%), malware (30%), SQL injection (15%), DDoS (10%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Statistics: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Phishing: 45%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Malware: 30%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SQL Injection: 15%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DDoS: 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Defense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00"/>
                </a:solidFill>
              </a:defRPr>
            </a:pPr>
            <a:r>
              <a:t>Prevention:</a:t>
            </a:r>
          </a:p>
          <a:p>
            <a:pPr>
              <a:defRPr sz="2000">
                <a:solidFill>
                  <a:srgbClr val="00FF00"/>
                </a:solidFill>
              </a:defRPr>
            </a:pPr>
          </a:p>
          <a:p>
            <a:pPr>
              <a:defRPr sz="2000">
                <a:solidFill>
                  <a:srgbClr val="00FF00"/>
                </a:solidFill>
              </a:defRPr>
            </a:pPr>
            <a:r>
              <a:t>• Strong authentication</a:t>
            </a:r>
          </a:p>
          <a:p>
            <a:pPr>
              <a:defRPr sz="2000">
                <a:solidFill>
                  <a:srgbClr val="00FF00"/>
                </a:solidFill>
              </a:defRPr>
            </a:pPr>
            <a:r>
              <a:t>• Regular updates</a:t>
            </a:r>
          </a:p>
          <a:p>
            <a:pPr>
              <a:defRPr sz="2000">
                <a:solidFill>
                  <a:srgbClr val="00FF00"/>
                </a:solidFill>
              </a:defRPr>
            </a:pPr>
            <a:r>
              <a:t>• Employee training</a:t>
            </a:r>
          </a:p>
          <a:p>
            <a:pPr>
              <a:defRPr sz="2000">
                <a:solidFill>
                  <a:srgbClr val="00FF00"/>
                </a:solidFill>
              </a:defRPr>
            </a:pPr>
            <a:r>
              <a:t>• Network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Detection:</a:t>
            </a:r>
          </a:p>
          <a:p>
            <a:pPr>
              <a:defRPr sz="2000">
                <a:solidFill>
                  <a:srgbClr val="646464"/>
                </a:solidFill>
              </a:defRPr>
            </a:pP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• SIEM systems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• IDS/IPS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• Log analysis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• Anomaly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00"/>
                </a:solidFill>
              </a:defRPr>
            </a:pPr>
            <a:r>
              <a:t>Port Scanning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nmap -sS -p 1-1000 192.168.1.1</a:t>
            </a:r>
          </a:p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Starting Nmap 7.94</a:t>
            </a:r>
          </a:p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Nmap scan report for router.local (192.168.1.1)</a:t>
            </a:r>
          </a:p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PORT    STATE SERVICE</a:t>
            </a:r>
          </a:p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22/tcp  open  ssh</a:t>
            </a:r>
          </a:p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80/tcp  open  http</a:t>
            </a:r>
          </a:p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443/tcp open  https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