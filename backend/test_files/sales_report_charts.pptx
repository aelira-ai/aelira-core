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28.0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22.3</c:v>
                </c:pt>
                <c:pt idx="1">
                  <c:v>28.6</c:v>
                </c:pt>
                <c:pt idx="2">
                  <c:v>15.2</c:v>
                </c:pt>
                <c:pt idx="3">
                  <c:v>32.3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Q3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20.4</c:v>
                </c:pt>
                <c:pt idx="1">
                  <c:v>26.3</c:v>
                </c:pt>
                <c:pt idx="2">
                  <c:v>20.1</c:v>
                </c:pt>
                <c:pt idx="3">
                  <c:v>35.9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Product A</c:v>
                </c:pt>
                <c:pt idx="1">
                  <c:v>Product B</c:v>
                </c:pt>
                <c:pt idx="2">
                  <c:v>Product C</c:v>
                </c:pt>
                <c:pt idx="3">
                  <c:v>Product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35.2</c:v>
                </c:pt>
                <c:pt idx="1">
                  <c:v>28.5</c:v>
                </c:pt>
                <c:pt idx="2">
                  <c:v>22.1</c:v>
                </c:pt>
                <c:pt idx="3">
                  <c:v>14.2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4.8</c:v>
                </c:pt>
                <c:pt idx="2">
                  <c:v>5.2</c:v>
                </c:pt>
                <c:pt idx="3">
                  <c:v>5.0</c:v>
                </c:pt>
                <c:pt idx="4">
                  <c:v>5.9</c:v>
                </c:pt>
                <c:pt idx="5">
                  <c:v>6.3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Expenses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3.2</c:v>
                </c:pt>
                <c:pt idx="1">
                  <c:v>3.4</c:v>
                </c:pt>
                <c:pt idx="2">
                  <c:v>3.8</c:v>
                </c:pt>
                <c:pt idx="3">
                  <c:v>3.5</c:v>
                </c:pt>
                <c:pt idx="4">
                  <c:v>3.9</c:v>
                </c:pt>
                <c:pt idx="5">
                  <c:v>4.1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Profit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1.1</c:v>
                </c:pt>
                <c:pt idx="1">
                  <c:v>1.4</c:v>
                </c:pt>
                <c:pt idx="2">
                  <c:v>1.4</c:v>
                </c:pt>
                <c:pt idx="3">
                  <c:v>1.5</c:v>
                </c:pt>
                <c:pt idx="4">
                  <c:v>2.0</c:v>
                </c:pt>
                <c:pt idx="5">
                  <c:v>2.2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Q3 2025 Sales Performance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Regional Sales by Quarter ($ millions)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1828800" y="1371600"/>
          <a:ext cx="5486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Product Market Share Distribution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Monthly Financial Trends ($ millions)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