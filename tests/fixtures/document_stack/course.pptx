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solidFill>
            <a:srgbClr val="FFFFFF"/>
          </a:solidFill>
        </p:spPr>
        <p:txBody>
          <a:bodyPr/>
          <a:lstStyle/>
          <a:p>
            <a:r>
              <a:rPr>
                <a:solidFill>
                  <a:srgbClr val="969696"/>
                </a:solidFill>
              </a:rPr>
              <a:t>Course overview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