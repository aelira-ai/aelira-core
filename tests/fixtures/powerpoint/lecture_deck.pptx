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CS 450 - Lecture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DD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000000"/>
                </a:solidFill>
              </a:defRPr>
            </a:pPr>
            <a:r>
              <a:t>• Understand supervised vs unsupervised learning</a:t>
            </a:r>
          </a:p>
          <a:p>
            <a:pPr>
              <a:spcBef>
                <a:spcPts val="1200"/>
              </a:spcBef>
              <a:defRPr sz="2400">
                <a:solidFill>
                  <a:srgbClr val="000000"/>
                </a:solidFill>
              </a:defRPr>
            </a:pPr>
            <a:r>
              <a:t>• Implement linear regression</a:t>
            </a:r>
          </a:p>
          <a:p>
            <a:pPr>
              <a:spcBef>
                <a:spcPts val="1200"/>
              </a:spcBef>
              <a:defRPr sz="2400">
                <a:solidFill>
                  <a:srgbClr val="000000"/>
                </a:solidFill>
              </a:defRPr>
            </a:pPr>
            <a:r>
              <a:t>• Evaluate model performance</a:t>
            </a:r>
          </a:p>
          <a:p>
            <a:pPr>
              <a:spcBef>
                <a:spcPts val="1200"/>
              </a:spcBef>
              <a:defRPr sz="2400">
                <a:solidFill>
                  <a:srgbClr val="000000"/>
                </a:solidFill>
              </a:defRPr>
            </a:pPr>
            <a:r>
              <a:t>• Apply cross-validation techniques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Supervised Learning Pipeline</a:t>
            </a:r>
          </a:p>
        </p:txBody>
      </p:sp>
      <p:pic>
        <p:nvPicPr>
          <p:cNvPr id="3" name="Picture 2" descr="m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Linear Regression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  <a:latin typeface="Courier New"/>
              </a:defRPr>
            </a:pPr>
            <a:r>
              <a:t>from sklearn.linear_model import LinearRegression</a:t>
            </a:r>
          </a:p>
          <a:p>
            <a:pPr>
              <a:defRPr sz="1800">
                <a:solidFill>
                  <a:srgbClr val="DCDCDC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DCDCDC"/>
                </a:solidFill>
                <a:latin typeface="Courier New"/>
              </a:defRPr>
            </a:pPr>
            <a:r>
              <a:t># Create and train model</a:t>
            </a:r>
          </a:p>
          <a:p>
            <a:pPr>
              <a:defRPr sz="1800">
                <a:solidFill>
                  <a:srgbClr val="DCDCDC"/>
                </a:solidFill>
                <a:latin typeface="Courier New"/>
              </a:defRPr>
            </a:pPr>
            <a:r>
              <a:t>model = LinearRegression()</a:t>
            </a:r>
          </a:p>
          <a:p>
            <a:pPr>
              <a:defRPr sz="1800">
                <a:solidFill>
                  <a:srgbClr val="DCDCDC"/>
                </a:solidFill>
                <a:latin typeface="Courier New"/>
              </a:defRPr>
            </a:pPr>
            <a:r>
              <a:t>model.fit(X_train, y_train)</a:t>
            </a:r>
          </a:p>
          <a:p>
            <a:pPr>
              <a:defRPr sz="1800">
                <a:solidFill>
                  <a:srgbClr val="DCDCDC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DCDCDC"/>
                </a:solidFill>
                <a:latin typeface="Courier New"/>
              </a:defRPr>
            </a:pPr>
            <a:r>
              <a:t># Make predictions</a:t>
            </a:r>
          </a:p>
          <a:p>
            <a:pPr>
              <a:defRPr sz="1800">
                <a:solidFill>
                  <a:srgbClr val="DCDCDC"/>
                </a:solidFill>
                <a:latin typeface="Courier New"/>
              </a:defRPr>
            </a:pPr>
            <a:r>
              <a:t>predictions = model.predict(X_test)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0C0C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1. ML requires clean, labeled data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2. Always split data into train/test sets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3. Evaluate using appropriate metrics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4. Iterate and improve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