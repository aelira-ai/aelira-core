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Photography Portfolio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Nature Collection</a:t>
            </a:r>
          </a:p>
        </p:txBody>
      </p:sp>
      <p:pic>
        <p:nvPicPr>
          <p:cNvPr id="3" name="Picture 2" descr="nat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3086100"/>
          </a:xfrm>
          <a:prstGeom prst="rect">
            <a:avLst/>
          </a:prstGeom>
        </p:spPr>
      </p:pic>
      <p:pic>
        <p:nvPicPr>
          <p:cNvPr id="4" name="Picture 3" descr="Vibrant sunset over mountain range with orange and purple cloud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4114800" cy="3086100"/>
          </a:xfrm>
          <a:prstGeom prst="rect">
            <a:avLst/>
          </a:prstGeom>
        </p:spPr>
      </p:pic>
      <p:pic>
        <p:nvPicPr>
          <p:cNvPr id="5" name="Picture 4" descr="natur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4114800" cy="3086100"/>
          </a:xfrm>
          <a:prstGeom prst="rect">
            <a:avLst/>
          </a:prstGeom>
        </p:spPr>
      </p:pic>
      <p:pic>
        <p:nvPicPr>
          <p:cNvPr id="6" name="Picture 5" descr="natur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84048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e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858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Urban 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426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486400"/>
            <a:ext cx="6400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646464"/>
                </a:solidFill>
              </a:defRPr>
            </a:pPr>
            <a:r>
              <a:t>Downtown skyline at golden hour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Exhibition Statistics</a:t>
            </a:r>
          </a:p>
        </p:txBody>
      </p:sp>
      <p:pic>
        <p:nvPicPr>
          <p:cNvPr id="3" name="Picture 2" descr="stat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